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A513-C8C7-73EA-02AA-3AA170B25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45CBF-8349-F72F-5453-2B1B2E091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1BFEB-4DA2-AA56-6AAD-B511453F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AD46A-3915-8AB7-B28A-E2EF0E13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64E34-F35C-86CC-FA90-05D1F738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3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6035-D253-83E4-28BF-A9260730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D77D3-FD06-96B8-6319-D82315ADA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DE70-FFD2-5F66-146D-3E7F20FC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FFD94-3196-1F89-1ABF-47CEDEE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DAFA5-60C6-E205-38B6-3046A41A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B1E63-3A75-D245-D83B-A130B4C1E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A53B1-5572-C2D5-5C5D-ADE89279D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E76CD-3D2D-7B14-D075-0776319F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F7A67-D585-C4BF-D7A5-38B74ED8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F55FB-7C38-E9E6-3A47-D7FBEBCA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7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2D98-2B2B-9539-2CB2-14EF70D5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73CCB-BDB9-0E0A-0F5A-1B0972E85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099E2-CE4C-B1EE-27C8-BAC7C0B4F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425DD-FBCB-8F05-10FC-0744E5FD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ECEF1-E8C4-CE7D-62B5-1D1D6EE31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C9368-DE94-0F01-4C81-92925B2D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14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61B6-F760-8636-497A-FF501AA0D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C44C1-7EC7-FEF5-73D6-9033C132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CA7BE-0DC4-9897-BA9A-BEFFF51C7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B6249-300F-8569-DE48-3872E86AC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EC901D-2763-D534-4DDD-7E35C9F45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56677-E59D-E8A3-ED1B-E87FB63C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7D6D0-361D-94A9-CF00-CE86E973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3DA49D-1BD9-9910-2DFB-3CB6DB80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94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14BF-F9C3-A777-E62F-9DB25B450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5CB49-598D-CD3A-56AC-7FB7C1CF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729434-8D13-E5EC-5F38-68D65281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416C0-B17D-ED88-2682-1D1DCFC5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4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F0E8E-8CF4-32F9-9DC7-163049E0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620C6-145E-E284-3CC1-C774762A8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194B4-1EAF-FC42-7BA6-F50C0BFD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4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872F-D596-DA25-1C75-2D9F8A8E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A84EF-160E-C545-9465-C09A31BAA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0EF15-01C6-A50C-DBFA-6D9CA486E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642F7-0C85-65E1-2B4A-523CD4DF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E735F-2245-9F61-A82B-4C9D1116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16D9A-A13B-A3A9-16E7-C3ECB283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1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EF87-DC28-1AEE-B464-D3034190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9471C-C022-D3DA-B6B7-ABB451FE9A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50068-05F2-65CB-ED16-B5ED6E194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B8EF9-E831-E359-4275-3A495F6A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1D06A-6D55-6322-7630-3AC64EB74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FF6C1-C3F1-77DB-B844-534F7A18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1BA0-7622-A359-0449-D907424F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457B7-68A2-AF38-8297-26C8BDFC5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8FE95-F5E2-23AC-9CED-570C1BDC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E98AD-4ED3-6980-4494-EDAD59F3C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66298-D386-3885-D27E-4DBD8E71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15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338D99-282E-6DB3-4F6E-E88E5ECE0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9699B-8AAE-0205-A8F6-FCEB1B05A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20461-EC81-6DBF-A076-B03612C4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5BCBD-E2B3-999D-15CE-B09C04BF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D56F1-8E51-EA0E-910C-F0ECC4BE2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7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883AF4-D016-F113-97ED-E27620413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2E419-E324-C987-AC38-548673BA5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072D2-BE22-8CFC-9FBB-27C93993D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951E-87D3-4D8D-A616-85DD9249C70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A9D7C-E8CA-25D8-899D-117B05552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C091-2FD4-5447-7FAE-0D477A39A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F6D19-8597-485A-9F51-3ED68FCA1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3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09CB3C-2ECB-8413-479A-9B877C6EF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1980" y="-589212"/>
            <a:ext cx="13441137" cy="837111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024623AE-FC92-5384-339B-D3C874615081}"/>
              </a:ext>
            </a:extLst>
          </p:cNvPr>
          <p:cNvSpPr/>
          <p:nvPr/>
        </p:nvSpPr>
        <p:spPr>
          <a:xfrm>
            <a:off x="3135086" y="3897085"/>
            <a:ext cx="4310743" cy="2057401"/>
          </a:xfrm>
          <a:prstGeom prst="wedgeRoundRectCallou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7BB37BED-0F95-9392-100A-3AC9AD7344B8}"/>
              </a:ext>
            </a:extLst>
          </p:cNvPr>
          <p:cNvSpPr/>
          <p:nvPr/>
        </p:nvSpPr>
        <p:spPr>
          <a:xfrm>
            <a:off x="9065078" y="1662315"/>
            <a:ext cx="3205841" cy="1236889"/>
          </a:xfrm>
          <a:prstGeom prst="wedgeRoundRectCallou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3EBE33-432D-99CB-3912-3B49F89F40D2}"/>
              </a:ext>
            </a:extLst>
          </p:cNvPr>
          <p:cNvSpPr txBox="1"/>
          <p:nvPr/>
        </p:nvSpPr>
        <p:spPr>
          <a:xfrm>
            <a:off x="-911680" y="-602397"/>
            <a:ext cx="7658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MODERN COMMUNICATION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E27C8F07-1FAC-E7D8-5402-11836FDDD14F}"/>
              </a:ext>
            </a:extLst>
          </p:cNvPr>
          <p:cNvSpPr/>
          <p:nvPr/>
        </p:nvSpPr>
        <p:spPr>
          <a:xfrm>
            <a:off x="8283124" y="3542374"/>
            <a:ext cx="3706585" cy="1676858"/>
          </a:xfrm>
          <a:prstGeom prst="wedgeRoundRectCallou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B5BD72-026B-DB81-AB77-34E56F878A50}"/>
              </a:ext>
            </a:extLst>
          </p:cNvPr>
          <p:cNvSpPr txBox="1"/>
          <p:nvPr/>
        </p:nvSpPr>
        <p:spPr>
          <a:xfrm>
            <a:off x="9149444" y="1701276"/>
            <a:ext cx="32058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 COMMUNICATION</a:t>
            </a:r>
          </a:p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Graphic design</a:t>
            </a: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-Visual imagery</a:t>
            </a: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F75F48-8D1E-F53C-BC8E-97FD26924A74}"/>
              </a:ext>
            </a:extLst>
          </p:cNvPr>
          <p:cNvSpPr txBox="1"/>
          <p:nvPr/>
        </p:nvSpPr>
        <p:spPr>
          <a:xfrm>
            <a:off x="8283124" y="3583159"/>
            <a:ext cx="43860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GLOBAL COMMUNICATION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-Worldwide network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-Global reach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-Interconnectivity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E5A936-1495-E37A-2598-C841BF2D5962}"/>
              </a:ext>
            </a:extLst>
          </p:cNvPr>
          <p:cNvSpPr txBox="1"/>
          <p:nvPr/>
        </p:nvSpPr>
        <p:spPr>
          <a:xfrm>
            <a:off x="3135086" y="4035209"/>
            <a:ext cx="5486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 MEDIA PLATFORMS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-Digital networking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-Social links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-Entertainment</a:t>
            </a:r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9410AB9C-095B-1CD3-1BCF-FDFD9F46BF86}"/>
              </a:ext>
            </a:extLst>
          </p:cNvPr>
          <p:cNvSpPr/>
          <p:nvPr/>
        </p:nvSpPr>
        <p:spPr>
          <a:xfrm>
            <a:off x="7237188" y="-589212"/>
            <a:ext cx="4027711" cy="1307641"/>
          </a:xfrm>
          <a:prstGeom prst="wedgeRoundRectCallo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13822F-6B15-1330-B543-A16076E39C31}"/>
              </a:ext>
            </a:extLst>
          </p:cNvPr>
          <p:cNvSpPr txBox="1"/>
          <p:nvPr/>
        </p:nvSpPr>
        <p:spPr>
          <a:xfrm>
            <a:off x="7237189" y="-664846"/>
            <a:ext cx="54319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COLLABORATIVE COMMUNICATION</a:t>
            </a: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-Discussion boards</a:t>
            </a: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-Real time meetings</a:t>
            </a: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-Task management</a:t>
            </a:r>
          </a:p>
        </p:txBody>
      </p:sp>
    </p:spTree>
    <p:extLst>
      <p:ext uri="{BB962C8B-B14F-4D97-AF65-F5344CB8AC3E}">
        <p14:creationId xmlns:p14="http://schemas.microsoft.com/office/powerpoint/2010/main" val="142153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seemalubal81@gmail.com</dc:creator>
  <cp:lastModifiedBy>seemalubal81@gmail.com</cp:lastModifiedBy>
  <cp:revision>2</cp:revision>
  <dcterms:created xsi:type="dcterms:W3CDTF">2024-10-24T02:17:07Z</dcterms:created>
  <dcterms:modified xsi:type="dcterms:W3CDTF">2024-10-24T02:23:51Z</dcterms:modified>
</cp:coreProperties>
</file>